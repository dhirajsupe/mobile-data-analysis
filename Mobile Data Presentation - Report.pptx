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6AEB-87D9-40F3-9DB5-5AC6E9BB6EDF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EC33C-A428-4C65-8341-B47F651BD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4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EC33C-A428-4C65-8341-B47F651BD57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148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61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7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21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10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7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1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26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73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81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84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03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4925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78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995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387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109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02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ABD3AB3-3950-4F83-8E2C-83DB8330B0B2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5F988-AD2C-47A6-9C6D-88CC1B07D0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9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6DE366-3063-DE34-02C5-561DC9E98E6A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Que. 1.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ARE THE DIFFERENT PRICE RANGE SEGMENTS FOR MOBILES IN INDIA ?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A10D5-8409-24AE-C16E-5D2C2CE6F26C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plot shows the Different Price Segments For Mobile in India </a:t>
            </a:r>
            <a:endParaRPr lang="en-IN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39904B-9DAE-0F4B-07EB-651BC14A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235" y="1348033"/>
            <a:ext cx="8455843" cy="519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23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8612-DDFB-DF4D-9B21-B8931790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3E0ADE-6A36-4220-7446-B418CBBA045A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Que. 2.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Brand Provides the Most Product Offerings in the Indian Market ?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3EADC-F6A0-4DD6-23C2-1B1FB18CFCBA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plot shows That "SAMSUNG",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"Apple","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OPPO","Nokia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top Brands that Provide the Most Product Offerings in Indian Market.</a:t>
            </a:r>
          </a:p>
          <a:p>
            <a:pPr algn="ctr"/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E13920-4C86-132C-715F-91A1CF169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076" y="1282045"/>
            <a:ext cx="8446418" cy="526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06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1345-1BFB-CB74-8FAC-07B818B1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6B0B00-182F-DC55-077A-B495FDA267F7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Que.3.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Brand caters to all different segments ? (low range, mid range, premium)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D7699-BAF5-454D-4C1D-FC678FF89CB7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 shows that 'ASUS', 'HTC', 'LG', 'Motorola', 'Nokia', 'OPPO', 'POCO', 'SAMSUNG', 'Xiaomi', '</a:t>
            </a:r>
            <a:r>
              <a:rPr lang="en-IN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'vivo' these are the Brands Caters to all the different Segments.</a:t>
            </a:r>
          </a:p>
          <a:p>
            <a:pPr algn="ctr"/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2E62D23-42FF-46D3-2387-A2F454CC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46" y="1225485"/>
            <a:ext cx="8394386" cy="532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98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D4E3-4BC3-84AC-917D-3E10A005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2DD5EC-4D13-678F-7752-F1A0F6198387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Que.4.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Specifications are the Most Common that are Offered by Various Brands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851B39-B3CA-19F2-2A52-69BE4894A0B5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to the side Shows the Most Common Specifications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1579F-EB9C-6D2E-8392-C787EAB21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707" y="1196502"/>
            <a:ext cx="8696404" cy="535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9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0868-E9D0-4A1E-E413-2BF9C2E2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7A5027-2214-7E26-22D4-DED5F8176446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Que.5.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More Detailed Insights based on data provided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448F7-E91D-A0BC-1863-04C29CA93626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1.Price vs Rating Analysis-</a:t>
            </a:r>
          </a:p>
          <a:p>
            <a:pPr algn="ctr"/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Rs.75000/- , we have a greater number of rating given and maximum are between 4 to 5.</a:t>
            </a:r>
          </a:p>
          <a:p>
            <a:pPr algn="ctr"/>
            <a:endParaRPr lang="en-US" sz="1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087DA52-F601-695B-AD7F-97D76668A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04" y="1095375"/>
            <a:ext cx="8396810" cy="520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71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A194-A4EB-1A89-30D3-F876E2CC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2155F-66F1-5B01-D6E3-1DD47448E11B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Que.5.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More Detailed Insights based on data provided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EE428-3B81-2889-88F0-C483C9812804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Most </a:t>
            </a:r>
            <a:r>
              <a:rPr lang="en-IN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Competetive</a:t>
            </a:r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Segment :-</a:t>
            </a:r>
          </a:p>
          <a:p>
            <a:pPr algn="ctr"/>
            <a:endParaRPr lang="en-IN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 Price Segments are "10k-20k" &amp; "20k-30k"</a:t>
            </a:r>
            <a:endParaRPr lang="en-IN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026B691-48B0-AA6A-E752-C1B60FAA2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568" y="1153335"/>
            <a:ext cx="8687815" cy="53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7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79FE8-DD51-52F1-3151-BBAA712F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52CE9D-0ACD-8D9D-EC50-28E744FE763E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Que.5.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More Detailed Insights based on data provided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563C9-64AF-427A-331F-E598DF53A037}"/>
              </a:ext>
            </a:extLst>
          </p:cNvPr>
          <p:cNvSpPr/>
          <p:nvPr/>
        </p:nvSpPr>
        <p:spPr>
          <a:xfrm>
            <a:off x="141402" y="1046375"/>
            <a:ext cx="2799761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vs Average Rating :-</a:t>
            </a:r>
          </a:p>
          <a:p>
            <a:pPr algn="ctr"/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Rating is almost same for all the Brands in Mobile Market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5D3D640-1314-A08E-7575-717E54A98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452" y="1172791"/>
            <a:ext cx="8907146" cy="537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28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55A5-B2DB-49B2-8618-F79B4945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8033E0-4A1F-1DD1-30C4-91483C2FD90F}"/>
              </a:ext>
            </a:extLst>
          </p:cNvPr>
          <p:cNvSpPr/>
          <p:nvPr/>
        </p:nvSpPr>
        <p:spPr>
          <a:xfrm>
            <a:off x="141402" y="75414"/>
            <a:ext cx="10190375" cy="8389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Que.5.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More Detailed Insights based on data provided</a:t>
            </a:r>
            <a:endParaRPr lang="en-IN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A2081-D3C8-1A80-4748-4518B4D127A4}"/>
              </a:ext>
            </a:extLst>
          </p:cNvPr>
          <p:cNvSpPr/>
          <p:nvPr/>
        </p:nvSpPr>
        <p:spPr>
          <a:xfrm>
            <a:off x="141401" y="1046375"/>
            <a:ext cx="2988297" cy="5505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ctr"/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Memory &amp; Storage combos :-</a:t>
            </a:r>
          </a:p>
          <a:p>
            <a:pPr algn="ctr"/>
            <a:endParaRPr lang="en-US" sz="3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Combos are (Memory/Storage) = 4GB/64GB , 3GB/32GB, 6GB/128GB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56B767-F9BA-26C6-BD65-36C6457C3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614" y="1101089"/>
            <a:ext cx="8661986" cy="545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970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349</TotalTime>
  <Words>316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Dhiraj Supe</dc:creator>
  <cp:lastModifiedBy>Dhiraj Supe</cp:lastModifiedBy>
  <cp:revision>8</cp:revision>
  <dcterms:created xsi:type="dcterms:W3CDTF">2025-06-11T09:43:09Z</dcterms:created>
  <dcterms:modified xsi:type="dcterms:W3CDTF">2025-06-12T03:27:12Z</dcterms:modified>
</cp:coreProperties>
</file>